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Loan Approval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Binary classification with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634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EDA  •  Preprocessing  •  Model Evaluation  • 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234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828800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Predict whether a loan application is approved or rejected using applicant and financial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5257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Python  |  Pandas  |  Scikit-learn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Problem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What the project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 Build a binary classifier for loan_status: Approved or Rejected.</a:t>
            </a:r>
          </a:p>
          <a:p>
            <a:pPr>
              <a:spcAft>
                <a:spcPts val="17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 Use applicant, credit-score, income, loan, and asset information as input.</a:t>
            </a:r>
          </a:p>
          <a:p>
            <a:pPr>
              <a:spcAft>
                <a:spcPts val="17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 Learn patterns from historical examples and predict the status for a new applicant.</a:t>
            </a:r>
          </a:p>
          <a:p>
            <a:pPr>
              <a:spcAft>
                <a:spcPts val="17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 Treat the result as an educational prediction, not a real-world lending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Dataset columns used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Aptos"/>
              </a:defRPr>
            </a:pPr>
            <a:r>
              <a:t>NUMERICAL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Dependents • Annual income • Loan amount • Loan term</a:t>
            </a:r>
          </a:p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CIBIL score • Residential assets • Commercial assets</a:t>
            </a:r>
          </a:p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Luxury assets • Bank asset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Aptos"/>
              </a:defRPr>
            </a:pPr>
            <a:r>
              <a:t>CATEGORICAL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8FAFC"/>
                </a:solidFill>
                <a:latin typeface="Aptos"/>
              </a:defRPr>
            </a:pPr>
            <a:r>
              <a:t>Education</a:t>
            </a:r>
          </a:p>
          <a:p>
            <a:pPr>
              <a:spcAft>
                <a:spcPts val="800"/>
              </a:spcAft>
              <a:defRPr sz="2200" b="1">
                <a:solidFill>
                  <a:srgbClr val="F8FAFC"/>
                </a:solidFill>
                <a:latin typeface="Aptos"/>
              </a:defRPr>
            </a:pPr>
            <a:r>
              <a:t>Self-employed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ptos"/>
              </a:defRPr>
            </a:pPr>
            <a:r>
              <a:t>Target: loan_status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ptos"/>
              </a:defRPr>
            </a:pPr>
            <a:r>
              <a:t>The loan_id identifier is removed before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Initial checks and feature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Inspected dataset structure, summary statistics, missing values, and duplicates.</a:t>
            </a:r>
          </a:p>
          <a:p>
            <a:pPr>
              <a:spcAft>
                <a:spcPts val="17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Reviewed the distribution of loan status.</a:t>
            </a:r>
          </a:p>
          <a:p>
            <a:pPr>
              <a:spcAft>
                <a:spcPts val="17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Compared loan status across education and self-employment groups.</a:t>
            </a:r>
          </a:p>
          <a:p>
            <a:pPr>
              <a:spcAft>
                <a:spcPts val="17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Used a numerical correlation heatmap to identify strongly correlated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  <a:latin typeface="Aptos"/>
              </a:defRPr>
            </a:pPr>
            <a:r>
              <a:t>Observation: some numerical features show strong positive correlations, suggesting potential multicollinearity.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Preprocessing &amp;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Training setup used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39112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DATA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41448"/>
            <a:ext cx="2916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38BDF8"/>
                </a:solidFill>
                <a:latin typeface="Aptos"/>
              </a:defRPr>
            </a:pPr>
            <a:r>
              <a:t>80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39112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NUMERICAL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441448"/>
            <a:ext cx="2916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4ADE80"/>
                </a:solidFill>
                <a:latin typeface="Aptos"/>
              </a:defRPr>
            </a:pPr>
            <a:r>
              <a:t>StandardScaler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2461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039112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441448"/>
            <a:ext cx="2916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BBF24"/>
                </a:solidFill>
                <a:latin typeface="Aptos"/>
              </a:defRPr>
            </a:pPr>
            <a:r>
              <a:t>OneHotEncoder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Target labels: LabelEncoder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Model: Logistic Regression • L2 penalty • C = 1.0</a:t>
            </a:r>
          </a:p>
          <a:p>
            <a:pPr>
              <a:spcAft>
                <a:spcPts val="8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Solver: lbfgs • max_iter = 1000 • random_state =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GridSearchCV with stratified 5-fold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2918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7627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BEST 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29626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38BDF8"/>
                </a:solidFill>
                <a:latin typeface="Aptos"/>
              </a:defRPr>
            </a:pPr>
            <a:r>
              <a:t>C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918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7627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BEST CV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578608"/>
            <a:ext cx="29626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4ADE80"/>
                </a:solidFill>
                <a:latin typeface="Aptos"/>
              </a:defRPr>
            </a:pPr>
            <a:r>
              <a:t>0.8945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Tested C values: 0.001, 0.01, 0.1, 1, 10,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37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ptos"/>
              </a:defRPr>
            </a:pPr>
            <a:r>
              <a:t>The chosen value is based on cross-validation, not on selecting the best test-set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Reported performance from the notebook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6060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2276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4ADE80"/>
                </a:solidFill>
                <a:latin typeface="Aptos"/>
              </a:defRPr>
            </a:pPr>
            <a:r>
              <a:t>90.52%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6060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99339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TEST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395728"/>
            <a:ext cx="2276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38BDF8"/>
                </a:solidFill>
                <a:latin typeface="Aptos"/>
              </a:defRPr>
            </a:pPr>
            <a:r>
              <a:t>87.86%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26060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99339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TEST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395728"/>
            <a:ext cx="2276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BBF24"/>
                </a:solidFill>
                <a:latin typeface="Aptos"/>
              </a:defRPr>
            </a:pPr>
            <a:r>
              <a:t>86.48%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828800"/>
            <a:ext cx="2194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199339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D5E1"/>
                </a:solidFill>
                <a:latin typeface="Aptos"/>
              </a:defRPr>
            </a:pPr>
            <a:r>
              <a:t>TEST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2395728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4ADE80"/>
                </a:solidFill>
                <a:latin typeface="Aptos"/>
              </a:defRPr>
            </a:pPr>
            <a:r>
              <a:t>87.16%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C"/>
                </a:solidFill>
                <a:latin typeface="Aptos"/>
              </a:defRPr>
            </a:pPr>
            <a:r>
              <a:t>Train accuracy: 92.04%    |    Train F1: 89.50%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ptos"/>
              </a:defRPr>
            </a:pPr>
            <a:r>
              <a:t>Test classification report: class 0 F1 = 0.92 (n=536); class 1 F1 = 0.87 (n=318).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BBF24"/>
                </a:solidFill>
                <a:latin typeface="Aptos"/>
              </a:defRPr>
            </a:pPr>
            <a:r>
              <a:t>ROC AUC was reported in the notebook as 89.69%; for standard ROC AUC, use predict_proba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Streamlit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Interactive inference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Collects applicant information through input controls.</a:t>
            </a:r>
          </a:p>
          <a:p>
            <a:pPr>
              <a:spcAft>
                <a:spcPts val="17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Runs the preprocessing and Logistic Regression pipeline.</a:t>
            </a:r>
          </a:p>
          <a:p>
            <a:pPr>
              <a:spcAft>
                <a:spcPts val="17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Displays a predicted status and class probabilities.</a:t>
            </a:r>
          </a:p>
          <a:p>
            <a:pPr>
              <a:spcAft>
                <a:spcPts val="17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Can be run locally with: 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  <a:latin typeface="Aptos"/>
              </a:defRPr>
            </a:pPr>
            <a:r>
              <a:t>The app trains from the provided CSV at startup; it does not load a previously saved notebook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What to improve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BD5E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The Logistic Regression baseline achieves around 90.5% test accuracy.</a:t>
            </a:r>
          </a:p>
          <a:p>
            <a:pPr>
              <a:spcAft>
                <a:spcPts val="17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The train/test performance gap is relatively small in this split.</a:t>
            </a:r>
          </a:p>
          <a:p>
            <a:pPr>
              <a:spcAft>
                <a:spcPts val="17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Evaluate ROC AUC using predicted probabilities and inspect the confusion matrix.</a:t>
            </a:r>
          </a:p>
          <a:p>
            <a:pPr>
              <a:spcAft>
                <a:spcPts val="17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Keep preprocessing inside a Pipeline for consistent training and inference.</a:t>
            </a:r>
          </a:p>
          <a:p>
            <a:pPr>
              <a:spcAft>
                <a:spcPts val="17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Compare additional models and choose metrics based on the cost of each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38BDF8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